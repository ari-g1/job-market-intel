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Majority-class baseline</c:v>
                </c:pt>
              </c:strCache>
            </c:strRef>
          </c:tx>
          <c:spPr>
            <a:solidFill>
              <a:srgbClr val="7A7F8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Attribution accuracy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Attribution accuracy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87.3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this project is about extracting not just which skills a posting names, but why — required, preferred, boilerplate, or not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keyword extractor sees eleven flat terms. The posting marks 7 as mandatory (inside years-of-experience bullets), 3 as a plus, and roughly half the text is the company talking about itself. Recovering that distinction is the project. Note: Kubernetes sits in a compound 'is considered a plus' clause — a defensible preferred, and a good example of why per-skill attribution with an evidence span beats a flat keyword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split explicitly so this doesn't read as a generic job recommender: the experiment (attribution) is what's measured; the product (CV matching) is what's demoed.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per stage. Land on: the gazetteer is both the deterministic baseline extractor AND the evaluation universe. Evaluation is drawn separate on purpose — it is the experiment, not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is against the base rate (majority class), never against zero. Gold IDs frozen before prompts existed removes the risk of tuning to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raw counts out loud: 200 of 229 vs 175 of 229. Detection F1 favours the baseline by construction because the gold universe is gazetteer-bounded — show it, don't hide it. End the slide on the honesty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example is the argument in miniature. The keyword baseline is structurally unable to get it right; the term is in the text. not_expected is rare but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live. The moment to land: unchecking a skill the LLM extracted and watching the match set and the skill-gap panel recompute. Narrate the computed vs generated boundary as it happens. If the live app isn't ready, this slide anchors the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is 'in this dataset' (3,995 enriched postings). The 29.7% non-required is the research question at corpus scale. Per-class raw counts: required 38,733, preferred 12,246, boilerplate 4,106, not-expected 3; total 55,088. Full aggregate committed in docs/insights.txt. The fused-word artifact was found by diagnosing a grounding failure, not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seconds, unprompted. Volunteering these is worth more than defending them under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Job Market Intelligence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Semantic CV Matching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which skills a posting names — but why each one is there.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AI  ·  solo project (lecturer-approved)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554480"/>
            <a:ext cx="256032" cy="25603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554480"/>
            <a:ext cx="256032" cy="256032"/>
          </a:xfrm>
          <a:prstGeom prst="ellipse">
            <a:avLst/>
          </a:prstGeom>
          <a:solidFill>
            <a:srgbClr val="7A7F8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keyword search sees eleven flat terms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posting itself marks which skills are mandatory, which are a plus, and which are just the company describing its own product.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that distinction is the whole project.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0" y="1691640"/>
            <a:ext cx="61264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6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1500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3902915545 — Java Architect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2286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 ·  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60604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06040"/>
            <a:ext cx="1353312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10728" y="2606040"/>
            <a:ext cx="125730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477756" y="2606040"/>
            <a:ext cx="1641348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125730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82028" y="3081528"/>
            <a:ext cx="1161288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53044" y="3081528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11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 ·  3  (“considered a plus”)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3904488"/>
            <a:ext cx="1353312" cy="36576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Camel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904488"/>
            <a:ext cx="1161288" cy="36576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904488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 ·  ~half the text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4727448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are we? First Derivatives…”, the KX product paragraphs, Managed Services blurb, and the EEO statement. A naive keyword pass pulls “KX” out as a skill — it is the company’s product name.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measured question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 LLM correctly distinguish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technical skill is mentioned — 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/ preferred / boilerplate / not-expected</a:t>
            </a:r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more accurately than a keyword baseline?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attribution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frozen gold set. This is the graded AI claim, evaluated against a baseline.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374904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297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matching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800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matcher that uses the attribution to compute missing required skills. The demo.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course technologies, one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8A93A8"/>
          </a:solidFill>
          <a:ln w="12700">
            <a:solidFill>
              <a:srgbClr val="C9D2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123,849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0" y="178308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C9D2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7830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jobs.raw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78308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C9D2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080" y="17830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178308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8A93A8"/>
          </a:solidFill>
          <a:ln w="12700">
            <a:solidFill>
              <a:srgbClr val="C9D2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17830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Gazetteer UDF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111 terms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178308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2E7D32"/>
          </a:solidFill>
          <a:ln w="12700">
            <a:solidFill>
              <a:srgbClr val="C9D2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17830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enrich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35440" y="178308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C9D2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17830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dense_vector kNN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21408" y="221742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58768" y="221742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96128" y="221742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3488" y="221742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70848" y="221742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= course technology (Docker · Kafka · Spark · Elasticsearch).  Docker runs Kafka and Elasticsearch as containers.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840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CV matching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2245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→ LLM parse → user confirms → embed (same model) → cosine kNN → skill gap = required − confirmed  (set arithmetic, computed).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6576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3840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kept separate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2245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gold postings, frozen by seed before any prompt existed. Compared to a majority-class baseline. Not part of what runs in the demo.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is against the base rate, not zero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920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gold postings, frozen by seed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677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fixed before any prompt existed. Prompt iteration confined to a disjoint 10-posting dev 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7A7F8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017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majority class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364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the keyword extractor detects is scored “required” — the base rate to beat.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4114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 reported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4622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F1 · attribution accuracy on the common set (headline) · end-to-end accuracy.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5212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alongside percentages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559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n=40, ~255 hand-labelled mentions. Figures are indicative, not precise.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THIS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beats the base rate on attribution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set: 200/229 vs 175/229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66560" y="17830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95160" y="19202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192024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75.9% baseline · 200/249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32004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33375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7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33375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gazetteer 0.988 wins by construction — shown, not hidden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Indicative, not precise: n=40, and mentions within a posting are not independent, so the true interval is wider than a naive binomial.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posting makes the whole argument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“Experience with Oracle Application Test Suites (OATS) </a:t>
            </a:r>
            <a:pPr indent="0" marL="0">
              <a:buNone/>
            </a:pPr>
            <a:r>
              <a:rPr lang="en-US" sz="2200" b="1" i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(NOT Required)</a:t>
            </a:r>
            <a:pPr indent="0" marL="0">
              <a:buNone/>
            </a:pPr>
            <a:r>
              <a:rPr lang="en-US" sz="22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3905827892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BASELINE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</a:t>
            </a:r>
            <a:pPr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OATS is present, so a keyword pass must score it as a requirement. It cannot do otherwise.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36118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3840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ATTRIBUTION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1605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</a:t>
            </a:r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not_expected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parenthetical and assigns the rare class. Only 3 of 55,088 mentions — rare, but real.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Uncheck a skill → watch the gap recompute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680960" cy="4297680"/>
          </a:xfrm>
          <a:prstGeom prst="roundRect">
            <a:avLst>
              <a:gd name="adj" fmla="val 1277"/>
            </a:avLst>
          </a:prstGeom>
          <a:solidFill>
            <a:srgbClr val="16204E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demo — fallback: recording 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78240" y="182880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06840" y="2057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required − confirmed skills. Deterministic set arithmetic.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0" y="411480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06840" y="4343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panel. LLM output, validated, in a separate labelled region.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corpus shows — in this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A7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cleaned postings name zero technologies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69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87,203 of 121,842. The technical corpus is a minority.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29.7%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mentions are not stated as requirements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4069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55,088 mentions: 70.3% required, 22.2% preferred, 7.5% boilerplate, 3 not-expected — 16,355 not required.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fused words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HTML-stripping artifact, found not assumed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069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“ConsultingFD”. Diagnosed from a grounding failure — drove the whitespace-stripped check.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describes this dataset, not the labour market.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Volunteered, not defended under questioning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 gold postings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377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indicative. Raw counts reported alongside every percentage.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universe bounded to the gazetteer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perfect detection recall to the baseline — conservative against our own claim.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depends on LLM extraction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is title + extracted skills, not the full description. MiniLM truncates at 256 word-pieces.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5166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replay, not live scraping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honestly. A live source adds a day for no additional grade.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2026-09-05T21:27:35Z</dcterms:created>
  <dcterms:modified xsi:type="dcterms:W3CDTF">2026-09-05T21:27:35Z</dcterms:modified>
</cp:coreProperties>
</file>